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64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8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1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8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5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5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5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1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3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8776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56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6702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09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50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5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2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2081" y="1698524"/>
            <a:ext cx="6600451" cy="2262781"/>
          </a:xfrm>
        </p:spPr>
        <p:txBody>
          <a:bodyPr>
            <a:normAutofit fontScale="90000"/>
          </a:bodyPr>
          <a:lstStyle/>
          <a:p>
            <a:r>
              <a:rPr dirty="0"/>
              <a:t>Multiclass Fish Image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4E6FB-AE88-A6B4-8D5A-1DC817E8D39B}"/>
              </a:ext>
            </a:extLst>
          </p:cNvPr>
          <p:cNvSpPr txBox="1"/>
          <p:nvPr/>
        </p:nvSpPr>
        <p:spPr>
          <a:xfrm>
            <a:off x="6007510" y="5063613"/>
            <a:ext cx="1630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Presented By</a:t>
            </a:r>
          </a:p>
          <a:p>
            <a:endParaRPr lang="en-US" b="1" dirty="0"/>
          </a:p>
          <a:p>
            <a:r>
              <a:rPr lang="en-US" b="1" dirty="0"/>
              <a:t>Dharshini A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Classify fish images into multiple categories using deep learning.</a:t>
            </a:r>
          </a:p>
          <a:p>
            <a:r>
              <a:t>Train CNN from scratch and use transfer learning.</a:t>
            </a:r>
          </a:p>
          <a:p>
            <a:r>
              <a:t>Save models and deploy Streamlit app for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Enhanced Accuracy: Identify best model architecture.</a:t>
            </a:r>
          </a:p>
          <a:p>
            <a:r>
              <a:rPr dirty="0"/>
              <a:t>Deployment Ready: Real-time prediction web app.</a:t>
            </a:r>
          </a:p>
          <a:p>
            <a:r>
              <a:rPr dirty="0"/>
              <a:t>Model Comparison: Evaluate metrics across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Preprocessing: Rescale, augment images.</a:t>
            </a:r>
          </a:p>
          <a:p>
            <a:r>
              <a:rPr dirty="0"/>
              <a:t>Model Training: CNN from scratch, 5 pre-trained models.</a:t>
            </a:r>
          </a:p>
          <a:p>
            <a:r>
              <a:rPr dirty="0"/>
              <a:t>Model Evaluation: Accuracy, precision, recall, F1-score.</a:t>
            </a:r>
          </a:p>
          <a:p>
            <a:r>
              <a:rPr dirty="0"/>
              <a:t>Deployment: </a:t>
            </a:r>
            <a:r>
              <a:rPr dirty="0" err="1"/>
              <a:t>Streamlit</a:t>
            </a:r>
            <a:r>
              <a:rPr dirty="0"/>
              <a:t> app for </a:t>
            </a:r>
            <a:r>
              <a:rPr lang="en-IN" dirty="0"/>
              <a:t>predictions.</a:t>
            </a: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65B0-57A7-E80C-9215-24BCBA0A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7E1A-0621-1701-C5C9-85E94D67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Data Preprocessing: Rescale, augment images</a:t>
            </a:r>
            <a:endParaRPr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00E03-6CA3-AA27-7293-AC74F5A2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08" y="2324856"/>
            <a:ext cx="6233700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9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2FD5-27C8-1D24-E62C-F22E62B5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11C9-0C34-500E-B342-65A0B7E5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Model Training: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8EC8C0-F5A4-036E-9B8C-93DF0A6D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9535" y="1948586"/>
            <a:ext cx="5034117" cy="222046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EE4DF5D-C046-5560-F388-B038003D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817" y="5035537"/>
            <a:ext cx="82541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CNN model demonstrates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excellent generalization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This model is a </a:t>
            </a:r>
            <a:r>
              <a:rPr lang="en-US" altLang="en-US" b="1" dirty="0">
                <a:latin typeface="Arial" panose="020B0604020202020204" pitchFamily="34" charset="0"/>
              </a:rPr>
              <a:t>strong candidate for deployment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921D4B-AAAD-CEDA-3CE8-8999E8958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450"/>
          <a:stretch>
            <a:fillRect/>
          </a:stretch>
        </p:blipFill>
        <p:spPr>
          <a:xfrm>
            <a:off x="6352414" y="2445357"/>
            <a:ext cx="2290142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4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01CD-90B6-3CFA-BA74-F70EBC44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068D-29C7-F06F-2591-0D027BCB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Pre-trained model – VGG16</a:t>
            </a:r>
            <a:endParaRPr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DEB412-BD8F-648B-3A56-ED624242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20" y="1424047"/>
            <a:ext cx="6947194" cy="3236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5103FB-84C6-6764-793D-C2B292C86591}"/>
              </a:ext>
            </a:extLst>
          </p:cNvPr>
          <p:cNvSpPr txBox="1"/>
          <p:nvPr/>
        </p:nvSpPr>
        <p:spPr>
          <a:xfrm>
            <a:off x="1469220" y="4959429"/>
            <a:ext cx="72876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VGG16 shows </a:t>
            </a:r>
            <a:r>
              <a:rPr lang="en-US" altLang="en-US" sz="1400" b="1" dirty="0">
                <a:latin typeface="Arial" panose="020B0604020202020204" pitchFamily="34" charset="0"/>
              </a:rPr>
              <a:t>stable learning</a:t>
            </a:r>
            <a:r>
              <a:rPr lang="en-US" altLang="en-US" sz="1400" dirty="0">
                <a:latin typeface="Arial" panose="020B0604020202020204" pitchFamily="34" charset="0"/>
              </a:rPr>
              <a:t>, </a:t>
            </a:r>
            <a:r>
              <a:rPr lang="en-US" altLang="en-US" sz="1400" b="1" dirty="0">
                <a:latin typeface="Arial" panose="020B0604020202020204" pitchFamily="34" charset="0"/>
              </a:rPr>
              <a:t>low error</a:t>
            </a:r>
            <a:r>
              <a:rPr lang="en-US" altLang="en-US" sz="1400" dirty="0">
                <a:latin typeface="Arial" panose="020B0604020202020204" pitchFamily="34" charset="0"/>
              </a:rPr>
              <a:t>, and </a:t>
            </a:r>
            <a:r>
              <a:rPr lang="en-US" altLang="en-US" sz="1400" b="1" dirty="0">
                <a:latin typeface="Arial" panose="020B0604020202020204" pitchFamily="34" charset="0"/>
              </a:rPr>
              <a:t>high generalization</a:t>
            </a:r>
            <a:r>
              <a:rPr lang="en-US" altLang="en-US" sz="1400" dirty="0">
                <a:latin typeface="Arial" panose="020B0604020202020204" pitchFamily="34" charset="0"/>
              </a:rPr>
              <a:t>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The model is likely benefiting from transfer learning and proper regularization.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It’s a </a:t>
            </a:r>
            <a:r>
              <a:rPr lang="en-US" altLang="en-US" sz="1400" b="1" dirty="0">
                <a:latin typeface="Arial" panose="020B0604020202020204" pitchFamily="34" charset="0"/>
              </a:rPr>
              <a:t>top performer</a:t>
            </a:r>
            <a:r>
              <a:rPr lang="en-US" altLang="en-US" sz="1400" dirty="0">
                <a:latin typeface="Arial" panose="020B0604020202020204" pitchFamily="34" charset="0"/>
              </a:rPr>
              <a:t> in your model comparison and should be highlighted in your final report and </a:t>
            </a:r>
            <a:r>
              <a:rPr lang="en-US" altLang="en-US" sz="1400" dirty="0" err="1">
                <a:latin typeface="Arial" panose="020B0604020202020204" pitchFamily="34" charset="0"/>
              </a:rPr>
              <a:t>Streamlit</a:t>
            </a:r>
            <a:r>
              <a:rPr lang="en-US" altLang="en-US" sz="1400" dirty="0">
                <a:latin typeface="Arial" panose="020B0604020202020204" pitchFamily="34" charset="0"/>
              </a:rPr>
              <a:t> app.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Would you like me to help you create a </a:t>
            </a:r>
            <a:r>
              <a:rPr lang="en-US" altLang="en-US" sz="1400" b="1" dirty="0">
                <a:latin typeface="Arial" panose="020B0604020202020204" pitchFamily="34" charset="0"/>
              </a:rPr>
              <a:t>comparison slide</a:t>
            </a:r>
            <a:r>
              <a:rPr lang="en-US" altLang="en-US" sz="1400" dirty="0">
                <a:latin typeface="Arial" panose="020B0604020202020204" pitchFamily="34" charset="0"/>
              </a:rPr>
              <a:t> showing CNN vs. VGG16 performance for your presentation? It could include a mock dashboard or chart layout to impress recruiters.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95027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2567D-0E8B-3A04-F8C6-AA2CDDBE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290F-9AD0-B310-C776-D287E0B9F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Pre-trained model – ResNet50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23F15-2F13-8AEC-AE52-E24F5F5D9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20" y="1634334"/>
            <a:ext cx="6817536" cy="312359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B4584FD-E4AF-A3DC-DDA0-28CC5EFE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045" y="5102566"/>
            <a:ext cx="753151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ResNet50 demonstrates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learning capability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reasonable generalization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 model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your lineup, though slightly less stable than VGG16 based on validation accuracy behavior.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250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C74A3-9C80-40CE-C44D-F5DB23EB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9A42-D5EB-2D61-EDAD-84E1E685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Pre-trained model – </a:t>
            </a:r>
            <a:r>
              <a:rPr lang="en-IN" sz="2800" b="1" dirty="0" err="1"/>
              <a:t>MobileNet</a:t>
            </a:r>
            <a:endParaRPr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1A6D1-8496-CD52-551E-DA754ECC1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39" y="1649576"/>
            <a:ext cx="6589200" cy="303766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520DD0B-C3E2-B1AB-AE4B-0B5AFAE9F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80" y="5208424"/>
            <a:ext cx="670888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MobileNet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learning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error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generalization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lightweight architecture makes it ideal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deployment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0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ACC6-0DFB-9A33-DE88-6A25B2E9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711B-D876-E324-7C1E-EB92E13E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Pre-trained model – InceptionV3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B91CF-5B75-2559-9FAD-269A4926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840" y="1664817"/>
            <a:ext cx="6379134" cy="292140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6633967-23FB-0CA7-CD5A-5F75B81D5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86" y="5003375"/>
            <a:ext cx="680987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InceptionV3 exhibits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exceptional generalization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error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learning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model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your comparison, ideal for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13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C807-2EDA-FECB-DE66-F8D5A919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C2C8-4377-B74C-DB68-79AD53D3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Pre-trained model – EfficientNetB0</a:t>
            </a:r>
            <a:endParaRPr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0212D-76C6-F896-C53E-E05E6E89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3"/>
          <a:stretch>
            <a:fillRect/>
          </a:stretch>
        </p:blipFill>
        <p:spPr>
          <a:xfrm>
            <a:off x="1416487" y="1347019"/>
            <a:ext cx="7029423" cy="32623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FB8104-05DF-E164-8181-1167BB2B68F5}"/>
              </a:ext>
            </a:extLst>
          </p:cNvPr>
          <p:cNvSpPr txBox="1"/>
          <p:nvPr/>
        </p:nvSpPr>
        <p:spPr>
          <a:xfrm>
            <a:off x="1416487" y="4826675"/>
            <a:ext cx="69435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EfficientNetB0 shows </a:t>
            </a:r>
            <a:r>
              <a:rPr lang="en-US" altLang="en-US" sz="1400" b="1" dirty="0">
                <a:latin typeface="Arial" panose="020B0604020202020204" pitchFamily="34" charset="0"/>
              </a:rPr>
              <a:t>limited learning</a:t>
            </a:r>
            <a:r>
              <a:rPr lang="en-US" altLang="en-US" sz="1400" dirty="0">
                <a:latin typeface="Arial" panose="020B0604020202020204" pitchFamily="34" charset="0"/>
              </a:rPr>
              <a:t> and </a:t>
            </a:r>
            <a:r>
              <a:rPr lang="en-US" altLang="en-US" sz="1400" b="1" dirty="0">
                <a:latin typeface="Arial" panose="020B0604020202020204" pitchFamily="34" charset="0"/>
              </a:rPr>
              <a:t>low generalization</a:t>
            </a:r>
            <a:r>
              <a:rPr lang="en-US" altLang="en-US" sz="1400" dirty="0">
                <a:latin typeface="Arial" panose="020B0604020202020204" pitchFamily="34" charset="0"/>
              </a:rPr>
              <a:t> in its current configuration.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It’s likely undertrained (only 5 epochs) and may benefit from: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More epochs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Better data augmentation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Learning rate tuning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Compared to other models (CNN, VGG16, ResNet50, </a:t>
            </a:r>
            <a:r>
              <a:rPr lang="en-US" altLang="en-US" sz="1400" dirty="0" err="1">
                <a:latin typeface="Arial" panose="020B0604020202020204" pitchFamily="34" charset="0"/>
              </a:rPr>
              <a:t>MobileNet</a:t>
            </a:r>
            <a:r>
              <a:rPr lang="en-US" altLang="en-US" sz="1400" dirty="0">
                <a:latin typeface="Arial" panose="020B0604020202020204" pitchFamily="34" charset="0"/>
              </a:rPr>
              <a:t>, InceptionV3), EfficientNetB0 currently ranks </a:t>
            </a:r>
            <a:r>
              <a:rPr lang="en-US" altLang="en-US" sz="1400" b="1" dirty="0">
                <a:latin typeface="Arial" panose="020B0604020202020204" pitchFamily="34" charset="0"/>
              </a:rPr>
              <a:t>lowest in performance</a:t>
            </a:r>
            <a:r>
              <a:rPr lang="en-US" altLang="en-US" sz="1400" dirty="0">
                <a:latin typeface="Arial" panose="020B0604020202020204" pitchFamily="34" charset="0"/>
              </a:rPr>
              <a:t>. 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87142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E70A-EB22-8DBB-8C8A-205BC804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6D94-28E6-F043-E4F6-7FBEC62CA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310" y="2895361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STREAMLIT APPLICATION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1377432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53F9-AD4D-9E9F-0926-D90CF982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30A0-E4B6-DF1B-EB89-091FBD73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878" y="624110"/>
            <a:ext cx="6589199" cy="722909"/>
          </a:xfrm>
        </p:spPr>
        <p:txBody>
          <a:bodyPr>
            <a:normAutofit/>
          </a:bodyPr>
          <a:lstStyle/>
          <a:p>
            <a:r>
              <a:rPr lang="en-IN" sz="2800" b="1" dirty="0"/>
              <a:t>Fish Image Classifier</a:t>
            </a:r>
            <a:endParaRPr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A73D5A-1FB7-C12C-46F6-139B773B9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1899236"/>
            <a:ext cx="7814493" cy="341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0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AC50-AB96-71AB-72DA-B94934C3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D4DB-A80B-3E20-BA24-DE8787FD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852" y="2922401"/>
            <a:ext cx="6589199" cy="72290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THANK YOU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2701822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27</TotalTime>
  <Words>367</Words>
  <Application>Microsoft Office PowerPoint</Application>
  <PresentationFormat>On-screen Show (4:3)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Multiclass Fish Image Classification</vt:lpstr>
      <vt:lpstr>Problem Statement</vt:lpstr>
      <vt:lpstr>Business Use Cases</vt:lpstr>
      <vt:lpstr>Approach</vt:lpstr>
      <vt:lpstr>Data Preprocessing: Rescale, augment images</vt:lpstr>
      <vt:lpstr>Model Training:</vt:lpstr>
      <vt:lpstr>Pre-trained model – VGG16</vt:lpstr>
      <vt:lpstr>Pre-trained model – ResNet50</vt:lpstr>
      <vt:lpstr>Pre-trained model – MobileNet</vt:lpstr>
      <vt:lpstr>Pre-trained model – InceptionV3</vt:lpstr>
      <vt:lpstr>Pre-trained model – EfficientNetB0</vt:lpstr>
      <vt:lpstr>STREAMLIT APPLICATION</vt:lpstr>
      <vt:lpstr>Fish Image Classifier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Dharshini A</cp:lastModifiedBy>
  <cp:revision>3</cp:revision>
  <dcterms:created xsi:type="dcterms:W3CDTF">2013-01-27T09:14:16Z</dcterms:created>
  <dcterms:modified xsi:type="dcterms:W3CDTF">2026-01-28T10:12:48Z</dcterms:modified>
  <cp:category/>
</cp:coreProperties>
</file>